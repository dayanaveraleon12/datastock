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57" r:id="rId7"/>
    <p:sldId id="278" r:id="rId8"/>
  </p:sldIdLst>
  <p:sldSz cx="12192000" cy="6858000"/>
  <p:notesSz cx="6858000" cy="9144000"/>
  <p:embeddedFontLst>
    <p:embeddedFont>
      <p:font typeface="Constantia" panose="02030602050306030303" pitchFamily="18" charset="0"/>
      <p:regular r:id="rId10"/>
      <p:bold r:id="rId11"/>
      <p:italic r:id="rId12"/>
      <p:boldItalic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7056">
          <p15:clr>
            <a:srgbClr val="A4A3A4"/>
          </p15:clr>
        </p15:guide>
        <p15:guide id="3" orient="horz" pos="316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PZUknAHc/k+LNFLdQab6FCDQd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54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FFFDDD-35A4-FC57-A8BC-BE088E719766}" v="5" dt="2026-04-10T22:16:18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>
        <p:guide orient="horz" pos="1392"/>
        <p:guide pos="7056"/>
        <p:guide orient="horz" pos="3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yana Vera Leon" userId="S::dayana.vera@soy.sena.edu.co::49320f96-fb15-4796-97a1-b8b0197f08c8" providerId="AD" clId="Web-{89218D52-9C6C-A465-E8C9-2FBBA510AB2A}"/>
    <pc:docChg chg="modSld">
      <pc:chgData name="Dayana Vera Leon" userId="S::dayana.vera@soy.sena.edu.co::49320f96-fb15-4796-97a1-b8b0197f08c8" providerId="AD" clId="Web-{89218D52-9C6C-A465-E8C9-2FBBA510AB2A}" dt="2026-03-19T22:03:42.796" v="0" actId="1076"/>
      <pc:docMkLst>
        <pc:docMk/>
      </pc:docMkLst>
    </pc:docChg>
  </pc:docChgLst>
  <pc:docChgLst>
    <pc:chgData clId="Web-{04EC4BC4-4A9D-DEED-D6C7-75483400EBAF}"/>
    <pc:docChg chg="modSld">
      <pc:chgData name="" userId="" providerId="" clId="Web-{04EC4BC4-4A9D-DEED-D6C7-75483400EBAF}" dt="2026-04-06T17:40:51.481" v="0" actId="14100"/>
      <pc:docMkLst>
        <pc:docMk/>
      </pc:docMkLst>
      <pc:sldChg chg="modSp">
        <pc:chgData name="" userId="" providerId="" clId="Web-{04EC4BC4-4A9D-DEED-D6C7-75483400EBAF}" dt="2026-04-06T17:40:51.481" v="0" actId="14100"/>
        <pc:sldMkLst>
          <pc:docMk/>
          <pc:sldMk cId="0" sldId="256"/>
        </pc:sldMkLst>
        <pc:spChg chg="mod">
          <ac:chgData name="" userId="" providerId="" clId="Web-{04EC4BC4-4A9D-DEED-D6C7-75483400EBAF}" dt="2026-04-06T17:40:51.481" v="0" actId="14100"/>
          <ac:spMkLst>
            <pc:docMk/>
            <pc:sldMk cId="0" sldId="256"/>
            <ac:spMk id="163" creationId="{00000000-0000-0000-0000-000000000000}"/>
          </ac:spMkLst>
        </pc:spChg>
      </pc:sldChg>
    </pc:docChg>
  </pc:docChgLst>
  <pc:docChgLst>
    <pc:chgData name="Dayana Vera Leon" userId="S::dayana.vera@soy.sena.edu.co::49320f96-fb15-4796-97a1-b8b0197f08c8" providerId="AD" clId="Web-{04EC4BC4-4A9D-DEED-D6C7-75483400EBAF}"/>
    <pc:docChg chg="delSld modSld sldOrd">
      <pc:chgData name="Dayana Vera Leon" userId="S::dayana.vera@soy.sena.edu.co::49320f96-fb15-4796-97a1-b8b0197f08c8" providerId="AD" clId="Web-{04EC4BC4-4A9D-DEED-D6C7-75483400EBAF}" dt="2026-04-06T17:46:17.956" v="31"/>
      <pc:docMkLst>
        <pc:docMk/>
      </pc:docMkLst>
      <pc:sldChg chg="modSp">
        <pc:chgData name="Dayana Vera Leon" userId="S::dayana.vera@soy.sena.edu.co::49320f96-fb15-4796-97a1-b8b0197f08c8" providerId="AD" clId="Web-{04EC4BC4-4A9D-DEED-D6C7-75483400EBAF}" dt="2026-04-06T17:41:32.888" v="6" actId="20577"/>
        <pc:sldMkLst>
          <pc:docMk/>
          <pc:sldMk cId="0" sldId="256"/>
        </pc:sldMkLst>
        <pc:spChg chg="mod">
          <ac:chgData name="Dayana Vera Leon" userId="S::dayana.vera@soy.sena.edu.co::49320f96-fb15-4796-97a1-b8b0197f08c8" providerId="AD" clId="Web-{04EC4BC4-4A9D-DEED-D6C7-75483400EBAF}" dt="2026-04-06T17:41:32.888" v="6" actId="20577"/>
          <ac:spMkLst>
            <pc:docMk/>
            <pc:sldMk cId="0" sldId="256"/>
            <ac:spMk id="163" creationId="{00000000-0000-0000-0000-000000000000}"/>
          </ac:spMkLst>
        </pc:spChg>
      </pc:sldChg>
      <pc:sldChg chg="modSp ord">
        <pc:chgData name="Dayana Vera Leon" userId="S::dayana.vera@soy.sena.edu.co::49320f96-fb15-4796-97a1-b8b0197f08c8" providerId="AD" clId="Web-{04EC4BC4-4A9D-DEED-D6C7-75483400EBAF}" dt="2026-04-06T17:46:17.956" v="31"/>
        <pc:sldMkLst>
          <pc:docMk/>
          <pc:sldMk cId="0" sldId="257"/>
        </pc:sldMkLst>
        <pc:spChg chg="mod">
          <ac:chgData name="Dayana Vera Leon" userId="S::dayana.vera@soy.sena.edu.co::49320f96-fb15-4796-97a1-b8b0197f08c8" providerId="AD" clId="Web-{04EC4BC4-4A9D-DEED-D6C7-75483400EBAF}" dt="2026-04-06T17:42:09.002" v="10" actId="20577"/>
          <ac:spMkLst>
            <pc:docMk/>
            <pc:sldMk cId="0" sldId="257"/>
            <ac:spMk id="172" creationId="{00000000-0000-0000-0000-000000000000}"/>
          </ac:spMkLst>
        </pc:spChg>
      </pc:sldChg>
      <pc:sldChg chg="ord">
        <pc:chgData name="Dayana Vera Leon" userId="S::dayana.vera@soy.sena.edu.co::49320f96-fb15-4796-97a1-b8b0197f08c8" providerId="AD" clId="Web-{04EC4BC4-4A9D-DEED-D6C7-75483400EBAF}" dt="2026-04-06T17:45:46.330" v="30"/>
        <pc:sldMkLst>
          <pc:docMk/>
          <pc:sldMk cId="0" sldId="259"/>
        </pc:sldMkLst>
      </pc:sldChg>
      <pc:sldChg chg="modSp">
        <pc:chgData name="Dayana Vera Leon" userId="S::dayana.vera@soy.sena.edu.co::49320f96-fb15-4796-97a1-b8b0197f08c8" providerId="AD" clId="Web-{04EC4BC4-4A9D-DEED-D6C7-75483400EBAF}" dt="2026-04-06T17:45:15.641" v="28" actId="20577"/>
        <pc:sldMkLst>
          <pc:docMk/>
          <pc:sldMk cId="2815881878" sldId="278"/>
        </pc:sldMkLst>
        <pc:spChg chg="mod">
          <ac:chgData name="Dayana Vera Leon" userId="S::dayana.vera@soy.sena.edu.co::49320f96-fb15-4796-97a1-b8b0197f08c8" providerId="AD" clId="Web-{04EC4BC4-4A9D-DEED-D6C7-75483400EBAF}" dt="2026-04-06T17:45:15.641" v="28" actId="20577"/>
          <ac:spMkLst>
            <pc:docMk/>
            <pc:sldMk cId="2815881878" sldId="278"/>
            <ac:spMk id="458" creationId="{2BF96A0F-F7CF-C598-1867-CA38FCE663C3}"/>
          </ac:spMkLst>
        </pc:spChg>
      </pc:sldChg>
    </pc:docChg>
  </pc:docChgLst>
  <pc:docChgLst>
    <pc:chgData name="Dayana Vera Leon" userId="S::dayana.vera@soy.sena.edu.co::49320f96-fb15-4796-97a1-b8b0197f08c8" providerId="AD" clId="Web-{7CFFFDDD-35A4-FC57-A8BC-BE088E719766}"/>
    <pc:docChg chg="modSld sldOrd">
      <pc:chgData name="Dayana Vera Leon" userId="S::dayana.vera@soy.sena.edu.co::49320f96-fb15-4796-97a1-b8b0197f08c8" providerId="AD" clId="Web-{7CFFFDDD-35A4-FC57-A8BC-BE088E719766}" dt="2026-04-10T22:16:18.405" v="3"/>
      <pc:docMkLst>
        <pc:docMk/>
      </pc:docMkLst>
      <pc:sldChg chg="ord">
        <pc:chgData name="Dayana Vera Leon" userId="S::dayana.vera@soy.sena.edu.co::49320f96-fb15-4796-97a1-b8b0197f08c8" providerId="AD" clId="Web-{7CFFFDDD-35A4-FC57-A8BC-BE088E719766}" dt="2026-04-10T22:14:55.383" v="0"/>
        <pc:sldMkLst>
          <pc:docMk/>
          <pc:sldMk cId="0" sldId="258"/>
        </pc:sldMkLst>
      </pc:sldChg>
      <pc:sldChg chg="modSp">
        <pc:chgData name="Dayana Vera Leon" userId="S::dayana.vera@soy.sena.edu.co::49320f96-fb15-4796-97a1-b8b0197f08c8" providerId="AD" clId="Web-{7CFFFDDD-35A4-FC57-A8BC-BE088E719766}" dt="2026-04-10T22:16:18.405" v="3"/>
        <pc:sldMkLst>
          <pc:docMk/>
          <pc:sldMk cId="2815881878" sldId="278"/>
        </pc:sldMkLst>
        <pc:spChg chg="mod">
          <ac:chgData name="Dayana Vera Leon" userId="S::dayana.vera@soy.sena.edu.co::49320f96-fb15-4796-97a1-b8b0197f08c8" providerId="AD" clId="Web-{7CFFFDDD-35A4-FC57-A8BC-BE088E719766}" dt="2026-04-10T22:16:18.405" v="3"/>
          <ac:spMkLst>
            <pc:docMk/>
            <pc:sldMk cId="2815881878" sldId="278"/>
            <ac:spMk id="457" creationId="{449EDE7A-2804-D4E9-4BC3-4E70A8EF5645}"/>
          </ac:spMkLst>
        </pc:spChg>
        <pc:spChg chg="mod">
          <ac:chgData name="Dayana Vera Leon" userId="S::dayana.vera@soy.sena.edu.co::49320f96-fb15-4796-97a1-b8b0197f08c8" providerId="AD" clId="Web-{7CFFFDDD-35A4-FC57-A8BC-BE088E719766}" dt="2026-04-10T22:16:01.404" v="2"/>
          <ac:spMkLst>
            <pc:docMk/>
            <pc:sldMk cId="2815881878" sldId="278"/>
            <ac:spMk id="458" creationId="{2BF96A0F-F7CF-C598-1867-CA38FCE663C3}"/>
          </ac:spMkLst>
        </pc:spChg>
      </pc:sldChg>
    </pc:docChg>
  </pc:docChgLst>
  <pc:docChgLst>
    <pc:chgData name="Usuario invitado" userId="S::urn:spo:tenantanon#2bac32fd-d9a2-40d9-a272-3a35920f5607::" providerId="AD" clId="Web-{0F6AC345-FDD7-A138-D059-4E2CE425F858}"/>
    <pc:docChg chg="addSld delSld modSld">
      <pc:chgData name="Usuario invitado" userId="S::urn:spo:tenantanon#2bac32fd-d9a2-40d9-a272-3a35920f5607::" providerId="AD" clId="Web-{0F6AC345-FDD7-A138-D059-4E2CE425F858}" dt="2026-04-08T17:39:46.653" v="207" actId="1076"/>
      <pc:docMkLst>
        <pc:docMk/>
      </pc:docMkLst>
      <pc:sldChg chg="addSp modSp">
        <pc:chgData name="Usuario invitado" userId="S::urn:spo:tenantanon#2bac32fd-d9a2-40d9-a272-3a35920f5607::" providerId="AD" clId="Web-{0F6AC345-FDD7-A138-D059-4E2CE425F858}" dt="2026-04-08T17:39:19.778" v="206" actId="20577"/>
        <pc:sldMkLst>
          <pc:docMk/>
          <pc:sldMk cId="0" sldId="256"/>
        </pc:sldMkLst>
        <pc:spChg chg="mod">
          <ac:chgData name="Usuario invitado" userId="S::urn:spo:tenantanon#2bac32fd-d9a2-40d9-a272-3a35920f5607::" providerId="AD" clId="Web-{0F6AC345-FDD7-A138-D059-4E2CE425F858}" dt="2026-04-08T17:39:19.778" v="206" actId="20577"/>
          <ac:spMkLst>
            <pc:docMk/>
            <pc:sldMk cId="0" sldId="256"/>
            <ac:spMk id="163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35:26.809" v="154" actId="20577"/>
          <ac:spMkLst>
            <pc:docMk/>
            <pc:sldMk cId="0" sldId="256"/>
            <ac:spMk id="164" creationId="{00000000-0000-0000-0000-000000000000}"/>
          </ac:spMkLst>
        </pc:spChg>
        <pc:picChg chg="add mod ord">
          <ac:chgData name="Usuario invitado" userId="S::urn:spo:tenantanon#2bac32fd-d9a2-40d9-a272-3a35920f5607::" providerId="AD" clId="Web-{0F6AC345-FDD7-A138-D059-4E2CE425F858}" dt="2026-04-08T17:16:00.700" v="109" actId="1076"/>
          <ac:picMkLst>
            <pc:docMk/>
            <pc:sldMk cId="0" sldId="256"/>
            <ac:picMk id="3" creationId="{634A9B54-FD7B-4D60-FAFD-6039C60AA89C}"/>
          </ac:picMkLst>
        </pc:picChg>
      </pc:sldChg>
      <pc:sldChg chg="addSp delSp modSp">
        <pc:chgData name="Usuario invitado" userId="S::urn:spo:tenantanon#2bac32fd-d9a2-40d9-a272-3a35920f5607::" providerId="AD" clId="Web-{0F6AC345-FDD7-A138-D059-4E2CE425F858}" dt="2026-04-08T17:39:46.653" v="207" actId="1076"/>
        <pc:sldMkLst>
          <pc:docMk/>
          <pc:sldMk cId="0" sldId="257"/>
        </pc:sldMkLst>
        <pc:spChg chg="mod">
          <ac:chgData name="Usuario invitado" userId="S::urn:spo:tenantanon#2bac32fd-d9a2-40d9-a272-3a35920f5607::" providerId="AD" clId="Web-{0F6AC345-FDD7-A138-D059-4E2CE425F858}" dt="2026-04-08T17:39:46.653" v="207" actId="1076"/>
          <ac:spMkLst>
            <pc:docMk/>
            <pc:sldMk cId="0" sldId="257"/>
            <ac:spMk id="171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37:41.606" v="178" actId="20577"/>
          <ac:spMkLst>
            <pc:docMk/>
            <pc:sldMk cId="0" sldId="257"/>
            <ac:spMk id="172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37:54.434" v="181" actId="20577"/>
          <ac:spMkLst>
            <pc:docMk/>
            <pc:sldMk cId="0" sldId="257"/>
            <ac:spMk id="180" creationId="{00000000-0000-0000-0000-000000000000}"/>
          </ac:spMkLst>
        </pc:spChg>
        <pc:picChg chg="add mod">
          <ac:chgData name="Usuario invitado" userId="S::urn:spo:tenantanon#2bac32fd-d9a2-40d9-a272-3a35920f5607::" providerId="AD" clId="Web-{0F6AC345-FDD7-A138-D059-4E2CE425F858}" dt="2026-04-08T17:14:26.122" v="90"/>
          <ac:picMkLst>
            <pc:docMk/>
            <pc:sldMk cId="0" sldId="257"/>
            <ac:picMk id="3" creationId="{6CE4F6D7-034E-7159-A9EE-4D8663322056}"/>
          </ac:picMkLst>
        </pc:picChg>
      </pc:sldChg>
      <pc:sldChg chg="addSp modSp">
        <pc:chgData name="Usuario invitado" userId="S::urn:spo:tenantanon#2bac32fd-d9a2-40d9-a272-3a35920f5607::" providerId="AD" clId="Web-{0F6AC345-FDD7-A138-D059-4E2CE425F858}" dt="2026-04-08T17:39:06.840" v="204" actId="20577"/>
        <pc:sldMkLst>
          <pc:docMk/>
          <pc:sldMk cId="0" sldId="258"/>
        </pc:sldMkLst>
        <pc:spChg chg="mod">
          <ac:chgData name="Usuario invitado" userId="S::urn:spo:tenantanon#2bac32fd-d9a2-40d9-a272-3a35920f5607::" providerId="AD" clId="Web-{0F6AC345-FDD7-A138-D059-4E2CE425F858}" dt="2026-04-08T17:39:06.840" v="204" actId="20577"/>
          <ac:spMkLst>
            <pc:docMk/>
            <pc:sldMk cId="0" sldId="258"/>
            <ac:spMk id="186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35:48.887" v="157"/>
          <ac:spMkLst>
            <pc:docMk/>
            <pc:sldMk cId="0" sldId="258"/>
            <ac:spMk id="187" creationId="{00000000-0000-0000-0000-000000000000}"/>
          </ac:spMkLst>
        </pc:spChg>
        <pc:picChg chg="add mod ord modCrop">
          <ac:chgData name="Usuario invitado" userId="S::urn:spo:tenantanon#2bac32fd-d9a2-40d9-a272-3a35920f5607::" providerId="AD" clId="Web-{0F6AC345-FDD7-A138-D059-4E2CE425F858}" dt="2026-04-08T17:15:36.122" v="105" actId="1076"/>
          <ac:picMkLst>
            <pc:docMk/>
            <pc:sldMk cId="0" sldId="258"/>
            <ac:picMk id="2" creationId="{7E4A610E-AA66-B664-E045-70F8A5227DEA}"/>
          </ac:picMkLst>
        </pc:picChg>
      </pc:sldChg>
      <pc:sldChg chg="addSp delSp modSp">
        <pc:chgData name="Usuario invitado" userId="S::urn:spo:tenantanon#2bac32fd-d9a2-40d9-a272-3a35920f5607::" providerId="AD" clId="Web-{0F6AC345-FDD7-A138-D059-4E2CE425F858}" dt="2026-04-08T17:35:42.106" v="156"/>
        <pc:sldMkLst>
          <pc:docMk/>
          <pc:sldMk cId="0" sldId="259"/>
        </pc:sldMkLst>
        <pc:spChg chg="mod">
          <ac:chgData name="Usuario invitado" userId="S::urn:spo:tenantanon#2bac32fd-d9a2-40d9-a272-3a35920f5607::" providerId="AD" clId="Web-{0F6AC345-FDD7-A138-D059-4E2CE425F858}" dt="2026-04-08T17:35:42.106" v="156"/>
          <ac:spMkLst>
            <pc:docMk/>
            <pc:sldMk cId="0" sldId="259"/>
            <ac:spMk id="197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35:34.137" v="155"/>
          <ac:spMkLst>
            <pc:docMk/>
            <pc:sldMk cId="0" sldId="259"/>
            <ac:spMk id="198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18:57.575" v="127" actId="20577"/>
          <ac:spMkLst>
            <pc:docMk/>
            <pc:sldMk cId="0" sldId="259"/>
            <ac:spMk id="204" creationId="{00000000-0000-0000-0000-000000000000}"/>
          </ac:spMkLst>
        </pc:spChg>
        <pc:cxnChg chg="mod">
          <ac:chgData name="Usuario invitado" userId="S::urn:spo:tenantanon#2bac32fd-d9a2-40d9-a272-3a35920f5607::" providerId="AD" clId="Web-{0F6AC345-FDD7-A138-D059-4E2CE425F858}" dt="2026-04-08T17:18:28.294" v="124"/>
          <ac:cxnSpMkLst>
            <pc:docMk/>
            <pc:sldMk cId="0" sldId="259"/>
            <ac:cxnSpMk id="201" creationId="{00000000-0000-0000-0000-000000000000}"/>
          </ac:cxnSpMkLst>
        </pc:cxnChg>
      </pc:sldChg>
      <pc:sldChg chg="addSp delSp modSp">
        <pc:chgData name="Usuario invitado" userId="S::urn:spo:tenantanon#2bac32fd-d9a2-40d9-a272-3a35920f5607::" providerId="AD" clId="Web-{0F6AC345-FDD7-A138-D059-4E2CE425F858}" dt="2026-04-08T17:36:41.372" v="168" actId="20577"/>
        <pc:sldMkLst>
          <pc:docMk/>
          <pc:sldMk cId="0" sldId="260"/>
        </pc:sldMkLst>
        <pc:spChg chg="mod">
          <ac:chgData name="Usuario invitado" userId="S::urn:spo:tenantanon#2bac32fd-d9a2-40d9-a272-3a35920f5607::" providerId="AD" clId="Web-{0F6AC345-FDD7-A138-D059-4E2CE425F858}" dt="2026-04-08T17:36:16.059" v="161" actId="1076"/>
          <ac:spMkLst>
            <pc:docMk/>
            <pc:sldMk cId="0" sldId="260"/>
            <ac:spMk id="210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36:16.075" v="162" actId="1076"/>
          <ac:spMkLst>
            <pc:docMk/>
            <pc:sldMk cId="0" sldId="260"/>
            <ac:spMk id="211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36:33.637" v="167" actId="20577"/>
          <ac:spMkLst>
            <pc:docMk/>
            <pc:sldMk cId="0" sldId="260"/>
            <ac:spMk id="215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36:41.372" v="168" actId="20577"/>
          <ac:spMkLst>
            <pc:docMk/>
            <pc:sldMk cId="0" sldId="260"/>
            <ac:spMk id="219" creationId="{00000000-0000-0000-0000-000000000000}"/>
          </ac:spMkLst>
        </pc:spChg>
        <pc:picChg chg="add mod">
          <ac:chgData name="Usuario invitado" userId="S::urn:spo:tenantanon#2bac32fd-d9a2-40d9-a272-3a35920f5607::" providerId="AD" clId="Web-{0F6AC345-FDD7-A138-D059-4E2CE425F858}" dt="2026-04-08T17:12:42.825" v="64"/>
          <ac:picMkLst>
            <pc:docMk/>
            <pc:sldMk cId="0" sldId="260"/>
            <ac:picMk id="2" creationId="{774208C0-05D0-1639-2610-8FC8482E60D7}"/>
          </ac:picMkLst>
        </pc:picChg>
        <pc:picChg chg="add mod ord modCrop">
          <ac:chgData name="Usuario invitado" userId="S::urn:spo:tenantanon#2bac32fd-d9a2-40d9-a272-3a35920f5607::" providerId="AD" clId="Web-{0F6AC345-FDD7-A138-D059-4E2CE425F858}" dt="2026-04-08T17:09:37.747" v="63" actId="14100"/>
          <ac:picMkLst>
            <pc:docMk/>
            <pc:sldMk cId="0" sldId="260"/>
            <ac:picMk id="3" creationId="{5F93529E-9DD1-EBBB-7B34-D807F5D46C05}"/>
          </ac:picMkLst>
        </pc:picChg>
        <pc:picChg chg="mod">
          <ac:chgData name="Usuario invitado" userId="S::urn:spo:tenantanon#2bac32fd-d9a2-40d9-a272-3a35920f5607::" providerId="AD" clId="Web-{0F6AC345-FDD7-A138-D059-4E2CE425F858}" dt="2026-04-08T17:05:02.013" v="8" actId="1076"/>
          <ac:picMkLst>
            <pc:docMk/>
            <pc:sldMk cId="0" sldId="260"/>
            <ac:picMk id="220" creationId="{00000000-0000-0000-0000-000000000000}"/>
          </ac:picMkLst>
        </pc:picChg>
        <pc:cxnChg chg="mod">
          <ac:chgData name="Usuario invitado" userId="S::urn:spo:tenantanon#2bac32fd-d9a2-40d9-a272-3a35920f5607::" providerId="AD" clId="Web-{0F6AC345-FDD7-A138-D059-4E2CE425F858}" dt="2026-04-08T17:19:27.856" v="131"/>
          <ac:cxnSpMkLst>
            <pc:docMk/>
            <pc:sldMk cId="0" sldId="260"/>
            <ac:cxnSpMk id="214" creationId="{00000000-0000-0000-0000-000000000000}"/>
          </ac:cxnSpMkLst>
        </pc:cxnChg>
      </pc:sldChg>
      <pc:sldChg chg="addSp delSp modSp">
        <pc:chgData name="Usuario invitado" userId="S::urn:spo:tenantanon#2bac32fd-d9a2-40d9-a272-3a35920f5607::" providerId="AD" clId="Web-{0F6AC345-FDD7-A138-D059-4E2CE425F858}" dt="2026-04-08T17:37:22.825" v="175" actId="1076"/>
        <pc:sldMkLst>
          <pc:docMk/>
          <pc:sldMk cId="0" sldId="261"/>
        </pc:sldMkLst>
        <pc:spChg chg="mod">
          <ac:chgData name="Usuario invitado" userId="S::urn:spo:tenantanon#2bac32fd-d9a2-40d9-a272-3a35920f5607::" providerId="AD" clId="Web-{0F6AC345-FDD7-A138-D059-4E2CE425F858}" dt="2026-04-08T17:37:22.809" v="174" actId="1076"/>
          <ac:spMkLst>
            <pc:docMk/>
            <pc:sldMk cId="0" sldId="261"/>
            <ac:spMk id="227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37:22.825" v="175" actId="1076"/>
          <ac:spMkLst>
            <pc:docMk/>
            <pc:sldMk cId="0" sldId="261"/>
            <ac:spMk id="228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17:47.185" v="120" actId="20577"/>
          <ac:spMkLst>
            <pc:docMk/>
            <pc:sldMk cId="0" sldId="261"/>
            <ac:spMk id="233" creationId="{00000000-0000-0000-0000-000000000000}"/>
          </ac:spMkLst>
        </pc:spChg>
        <pc:spChg chg="mod">
          <ac:chgData name="Usuario invitado" userId="S::urn:spo:tenantanon#2bac32fd-d9a2-40d9-a272-3a35920f5607::" providerId="AD" clId="Web-{0F6AC345-FDD7-A138-D059-4E2CE425F858}" dt="2026-04-08T17:36:49.137" v="169" actId="20577"/>
          <ac:spMkLst>
            <pc:docMk/>
            <pc:sldMk cId="0" sldId="261"/>
            <ac:spMk id="236" creationId="{00000000-0000-0000-0000-000000000000}"/>
          </ac:spMkLst>
        </pc:spChg>
        <pc:picChg chg="add ord">
          <ac:chgData name="Usuario invitado" userId="S::urn:spo:tenantanon#2bac32fd-d9a2-40d9-a272-3a35920f5607::" providerId="AD" clId="Web-{0F6AC345-FDD7-A138-D059-4E2CE425F858}" dt="2026-04-08T17:13:09.591" v="74"/>
          <ac:picMkLst>
            <pc:docMk/>
            <pc:sldMk cId="0" sldId="261"/>
            <ac:picMk id="7" creationId="{8639F721-6E6A-9D65-06D3-A3C6C015BC67}"/>
          </ac:picMkLst>
        </pc:picChg>
        <pc:picChg chg="add ord">
          <ac:chgData name="Usuario invitado" userId="S::urn:spo:tenantanon#2bac32fd-d9a2-40d9-a272-3a35920f5607::" providerId="AD" clId="Web-{0F6AC345-FDD7-A138-D059-4E2CE425F858}" dt="2026-04-08T17:13:09.716" v="82"/>
          <ac:picMkLst>
            <pc:docMk/>
            <pc:sldMk cId="0" sldId="261"/>
            <ac:picMk id="9" creationId="{1BB6D97D-5541-7C7C-646A-97AD5E6630B4}"/>
          </ac:picMkLst>
        </pc:picChg>
      </pc:sldChg>
      <pc:sldChg chg="addSp delSp modSp">
        <pc:chgData name="Usuario invitado" userId="S::urn:spo:tenantanon#2bac32fd-d9a2-40d9-a272-3a35920f5607::" providerId="AD" clId="Web-{0F6AC345-FDD7-A138-D059-4E2CE425F858}" dt="2026-04-08T17:38:49.059" v="201" actId="1076"/>
        <pc:sldMkLst>
          <pc:docMk/>
          <pc:sldMk cId="2815881878" sldId="278"/>
        </pc:sldMkLst>
        <pc:spChg chg="mod">
          <ac:chgData name="Usuario invitado" userId="S::urn:spo:tenantanon#2bac32fd-d9a2-40d9-a272-3a35920f5607::" providerId="AD" clId="Web-{0F6AC345-FDD7-A138-D059-4E2CE425F858}" dt="2026-04-08T17:38:49.059" v="199" actId="1076"/>
          <ac:spMkLst>
            <pc:docMk/>
            <pc:sldMk cId="2815881878" sldId="278"/>
            <ac:spMk id="455" creationId="{5821CEEA-3249-83E9-C4FD-CC0DBC451DE5}"/>
          </ac:spMkLst>
        </pc:spChg>
        <pc:spChg chg="mod">
          <ac:chgData name="Usuario invitado" userId="S::urn:spo:tenantanon#2bac32fd-d9a2-40d9-a272-3a35920f5607::" providerId="AD" clId="Web-{0F6AC345-FDD7-A138-D059-4E2CE425F858}" dt="2026-04-08T17:38:49.059" v="200" actId="1076"/>
          <ac:spMkLst>
            <pc:docMk/>
            <pc:sldMk cId="2815881878" sldId="278"/>
            <ac:spMk id="457" creationId="{449EDE7A-2804-D4E9-4BC3-4E70A8EF5645}"/>
          </ac:spMkLst>
        </pc:spChg>
        <pc:spChg chg="mod">
          <ac:chgData name="Usuario invitado" userId="S::urn:spo:tenantanon#2bac32fd-d9a2-40d9-a272-3a35920f5607::" providerId="AD" clId="Web-{0F6AC345-FDD7-A138-D059-4E2CE425F858}" dt="2026-04-08T17:38:49.059" v="201" actId="1076"/>
          <ac:spMkLst>
            <pc:docMk/>
            <pc:sldMk cId="2815881878" sldId="278"/>
            <ac:spMk id="458" creationId="{2BF96A0F-F7CF-C598-1867-CA38FCE663C3}"/>
          </ac:spMkLst>
        </pc:spChg>
        <pc:picChg chg="add mod ord">
          <ac:chgData name="Usuario invitado" userId="S::urn:spo:tenantanon#2bac32fd-d9a2-40d9-a272-3a35920f5607::" providerId="AD" clId="Web-{0F6AC345-FDD7-A138-D059-4E2CE425F858}" dt="2026-04-08T17:38:33.122" v="192" actId="1076"/>
          <ac:picMkLst>
            <pc:docMk/>
            <pc:sldMk cId="2815881878" sldId="278"/>
            <ac:picMk id="3" creationId="{FECC07E4-726D-1F6D-4A0D-D1C4FF7C5C50}"/>
          </ac:picMkLst>
        </pc:picChg>
        <pc:picChg chg="add mod">
          <ac:chgData name="Usuario invitado" userId="S::urn:spo:tenantanon#2bac32fd-d9a2-40d9-a272-3a35920f5607::" providerId="AD" clId="Web-{0F6AC345-FDD7-A138-D059-4E2CE425F858}" dt="2026-04-08T17:20:48.231" v="152" actId="1076"/>
          <ac:picMkLst>
            <pc:docMk/>
            <pc:sldMk cId="2815881878" sldId="278"/>
            <ac:picMk id="7" creationId="{B8DF99F5-EDD0-2924-9D48-72D96ED299D7}"/>
          </ac:picMkLst>
        </pc:picChg>
        <pc:cxnChg chg="add mod">
          <ac:chgData name="Usuario invitado" userId="S::urn:spo:tenantanon#2bac32fd-d9a2-40d9-a272-3a35920f5607::" providerId="AD" clId="Web-{0F6AC345-FDD7-A138-D059-4E2CE425F858}" dt="2026-04-08T17:17:17.200" v="119" actId="1076"/>
          <ac:cxnSpMkLst>
            <pc:docMk/>
            <pc:sldMk cId="2815881878" sldId="278"/>
            <ac:cxnSpMk id="4" creationId="{AB1472AA-1650-6243-69B1-F396B6CCD21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185dbb52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9185dbb52d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9185dbb52d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57B3B5C6-1AAF-38C9-7C65-B75C9696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:notes">
            <a:extLst>
              <a:ext uri="{FF2B5EF4-FFF2-40B4-BE49-F238E27FC236}">
                <a16:creationId xmlns:a16="http://schemas.microsoft.com/office/drawing/2014/main" id="{0F4F69E1-C8E2-72AB-CBB2-1944AD1F42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14:notes">
            <a:extLst>
              <a:ext uri="{FF2B5EF4-FFF2-40B4-BE49-F238E27FC236}">
                <a16:creationId xmlns:a16="http://schemas.microsoft.com/office/drawing/2014/main" id="{391FD51A-1F31-676C-E615-3FCBCD92F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4:notes">
            <a:extLst>
              <a:ext uri="{FF2B5EF4-FFF2-40B4-BE49-F238E27FC236}">
                <a16:creationId xmlns:a16="http://schemas.microsoft.com/office/drawing/2014/main" id="{BDC914C7-F028-C2CA-E566-EB0347F6A0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0822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2" type="title">
  <p:cSld name="TITLE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 b="1" i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8" name="Google Shape;18;p16"/>
          <p:cNvCxnSpPr/>
          <p:nvPr/>
        </p:nvCxnSpPr>
        <p:spPr>
          <a:xfrm>
            <a:off x="1301262" y="3496322"/>
            <a:ext cx="0" cy="335280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9" name="Google Shape;19;p16"/>
          <p:cNvSpPr/>
          <p:nvPr/>
        </p:nvSpPr>
        <p:spPr>
          <a:xfrm>
            <a:off x="8217780" y="2973840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Google Shape;20;p16"/>
          <p:cNvSpPr/>
          <p:nvPr/>
        </p:nvSpPr>
        <p:spPr>
          <a:xfrm>
            <a:off x="7859002" y="2744546"/>
            <a:ext cx="139038" cy="139038"/>
          </a:xfrm>
          <a:custGeom>
            <a:avLst/>
            <a:gdLst/>
            <a:ahLst/>
            <a:cxnLst/>
            <a:rect l="l" t="t" r="r" b="b"/>
            <a:pathLst>
              <a:path w="139038" h="139038" extrusionOk="0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Google Shape;21;p16"/>
          <p:cNvSpPr/>
          <p:nvPr/>
        </p:nvSpPr>
        <p:spPr>
          <a:xfrm>
            <a:off x="7843462" y="3198265"/>
            <a:ext cx="127713" cy="127713"/>
          </a:xfrm>
          <a:custGeom>
            <a:avLst/>
            <a:gdLst/>
            <a:ahLst/>
            <a:cxnLst/>
            <a:rect l="l" t="t" r="r" b="b"/>
            <a:pathLst>
              <a:path w="127713" h="127713" extrusionOk="0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apositiva del título ">
  <p:cSld name="3_Diapositiva del título 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 rot="-5400000">
            <a:off x="9811512" y="1591056"/>
            <a:ext cx="35478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27" name="Google Shape;27;p17"/>
          <p:cNvCxnSpPr/>
          <p:nvPr/>
        </p:nvCxnSpPr>
        <p:spPr>
          <a:xfrm>
            <a:off x="11586162" y="3619272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28" name="Google Shape;28;p17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9;p17"/>
          <p:cNvSpPr>
            <a:spLocks noGrp="1"/>
          </p:cNvSpPr>
          <p:nvPr>
            <p:ph type="pic" idx="2"/>
          </p:nvPr>
        </p:nvSpPr>
        <p:spPr>
          <a:xfrm>
            <a:off x="283464" y="301752"/>
            <a:ext cx="5221224" cy="62636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contenido">
  <p:cSld name="1_Título y contenido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>
            <a:spLocks noGrp="1"/>
          </p:cNvSpPr>
          <p:nvPr>
            <p:ph type="pic" idx="2"/>
          </p:nvPr>
        </p:nvSpPr>
        <p:spPr>
          <a:xfrm>
            <a:off x="7451965" y="1665520"/>
            <a:ext cx="4266960" cy="4266968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1"/>
          </p:nvPr>
        </p:nvSpPr>
        <p:spPr>
          <a:xfrm>
            <a:off x="850392" y="2825496"/>
            <a:ext cx="6190488" cy="3346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7964424" y="62179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37" name="Google Shape;37;p18"/>
          <p:cNvCxnSpPr/>
          <p:nvPr/>
        </p:nvCxnSpPr>
        <p:spPr>
          <a:xfrm>
            <a:off x="0" y="806470"/>
            <a:ext cx="7903723" cy="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38" name="Google Shape;38;p18"/>
          <p:cNvSpPr/>
          <p:nvPr/>
        </p:nvSpPr>
        <p:spPr>
          <a:xfrm>
            <a:off x="11281590" y="2070656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18"/>
          <p:cNvSpPr/>
          <p:nvPr/>
        </p:nvSpPr>
        <p:spPr>
          <a:xfrm>
            <a:off x="10969280" y="1780012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1444752" y="2505075"/>
            <a:ext cx="455371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6784848" y="1681163"/>
            <a:ext cx="455371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6784848" y="2505075"/>
            <a:ext cx="455371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6" name="Google Shape;46;p1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47" name="Google Shape;47;p19"/>
          <p:cNvSpPr/>
          <p:nvPr/>
        </p:nvSpPr>
        <p:spPr>
          <a:xfrm>
            <a:off x="10508317" y="492206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" name="Google Shape;48;p19"/>
          <p:cNvSpPr/>
          <p:nvPr/>
        </p:nvSpPr>
        <p:spPr>
          <a:xfrm>
            <a:off x="11477944" y="105558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9"/>
          <p:cNvSpPr/>
          <p:nvPr/>
        </p:nvSpPr>
        <p:spPr>
          <a:xfrm>
            <a:off x="11241555" y="44663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olo el título">
  <p:cSld name="2_Solo el título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8100000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>
            <a:spLocks noGrp="1"/>
          </p:cNvSpPr>
          <p:nvPr>
            <p:ph type="pic" idx="2"/>
          </p:nvPr>
        </p:nvSpPr>
        <p:spPr>
          <a:xfrm>
            <a:off x="1366432" y="2530058"/>
            <a:ext cx="3707972" cy="3707971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0"/>
          <p:cNvSpPr txBox="1">
            <a:spLocks noGrp="1"/>
          </p:cNvSpPr>
          <p:nvPr>
            <p:ph type="title"/>
          </p:nvPr>
        </p:nvSpPr>
        <p:spPr>
          <a:xfrm>
            <a:off x="5202936" y="585216"/>
            <a:ext cx="5833872" cy="227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  <a:defRPr sz="60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dt" idx="10"/>
          </p:nvPr>
        </p:nvSpPr>
        <p:spPr>
          <a:xfrm>
            <a:off x="658368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ftr" idx="11"/>
          </p:nvPr>
        </p:nvSpPr>
        <p:spPr>
          <a:xfrm rot="-5400000">
            <a:off x="-548640" y="1938528"/>
            <a:ext cx="2788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sldNum" idx="12"/>
          </p:nvPr>
        </p:nvSpPr>
        <p:spPr>
          <a:xfrm>
            <a:off x="8610600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56" name="Google Shape;56;p20"/>
          <p:cNvCxnSpPr/>
          <p:nvPr/>
        </p:nvCxnSpPr>
        <p:spPr>
          <a:xfrm>
            <a:off x="856114" y="3503032"/>
            <a:ext cx="0" cy="334609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57" name="Google Shape;57;p20"/>
          <p:cNvSpPr txBox="1">
            <a:spLocks noGrp="1"/>
          </p:cNvSpPr>
          <p:nvPr>
            <p:ph type="body" idx="1"/>
          </p:nvPr>
        </p:nvSpPr>
        <p:spPr>
          <a:xfrm>
            <a:off x="5202936" y="3127248"/>
            <a:ext cx="5833872" cy="311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/>
          <p:nvPr/>
        </p:nvSpPr>
        <p:spPr>
          <a:xfrm>
            <a:off x="4745394" y="276027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20"/>
          <p:cNvSpPr/>
          <p:nvPr/>
        </p:nvSpPr>
        <p:spPr>
          <a:xfrm>
            <a:off x="4386614" y="2530982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20"/>
          <p:cNvSpPr/>
          <p:nvPr/>
        </p:nvSpPr>
        <p:spPr>
          <a:xfrm>
            <a:off x="1669987" y="603157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  <a:defRPr sz="6000" b="1" i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4" name="Google Shape;64;p21"/>
          <p:cNvSpPr/>
          <p:nvPr/>
        </p:nvSpPr>
        <p:spPr>
          <a:xfrm>
            <a:off x="10772266" y="3054359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21"/>
          <p:cNvSpPr/>
          <p:nvPr/>
        </p:nvSpPr>
        <p:spPr>
          <a:xfrm>
            <a:off x="10724364" y="2515838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21"/>
          <p:cNvSpPr/>
          <p:nvPr/>
        </p:nvSpPr>
        <p:spPr>
          <a:xfrm>
            <a:off x="11024834" y="278757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21"/>
          <p:cNvSpPr/>
          <p:nvPr/>
        </p:nvSpPr>
        <p:spPr>
          <a:xfrm>
            <a:off x="1261869" y="2633448"/>
            <a:ext cx="151536" cy="151536"/>
          </a:xfrm>
          <a:custGeom>
            <a:avLst/>
            <a:gdLst/>
            <a:ahLst/>
            <a:cxnLst/>
            <a:rect l="l" t="t" r="r" b="b"/>
            <a:pathLst>
              <a:path w="151536" h="151536" extrusionOk="0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21"/>
          <p:cNvSpPr/>
          <p:nvPr/>
        </p:nvSpPr>
        <p:spPr>
          <a:xfrm>
            <a:off x="1064053" y="3083338"/>
            <a:ext cx="95759" cy="95759"/>
          </a:xfrm>
          <a:custGeom>
            <a:avLst/>
            <a:gdLst/>
            <a:ahLst/>
            <a:cxnLst/>
            <a:rect l="l" t="t" r="r" b="b"/>
            <a:pathLst>
              <a:path w="95759" h="95759" extrusionOk="0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21"/>
          <p:cNvSpPr/>
          <p:nvPr/>
        </p:nvSpPr>
        <p:spPr>
          <a:xfrm>
            <a:off x="1413405" y="349287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108625" h="108625" extrusionOk="0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74" name="Google Shape;74;p2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ítulo y contenido">
  <p:cSld name="3_Título y contenido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18900000" scaled="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>
            <a:spLocks noGrp="1"/>
          </p:cNvSpPr>
          <p:nvPr>
            <p:ph type="title"/>
          </p:nvPr>
        </p:nvSpPr>
        <p:spPr>
          <a:xfrm>
            <a:off x="576072" y="365125"/>
            <a:ext cx="107716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body" idx="1"/>
          </p:nvPr>
        </p:nvSpPr>
        <p:spPr>
          <a:xfrm>
            <a:off x="576072" y="1825625"/>
            <a:ext cx="1077163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dt" idx="10"/>
          </p:nvPr>
        </p:nvSpPr>
        <p:spPr>
          <a:xfrm>
            <a:off x="6583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ftr" idx="11"/>
          </p:nvPr>
        </p:nvSpPr>
        <p:spPr>
          <a:xfrm>
            <a:off x="8503920" y="841248"/>
            <a:ext cx="36301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81" name="Google Shape;81;p23"/>
          <p:cNvSpPr/>
          <p:nvPr/>
        </p:nvSpPr>
        <p:spPr>
          <a:xfrm>
            <a:off x="11202264" y="344083"/>
            <a:ext cx="151536" cy="151536"/>
          </a:xfrm>
          <a:custGeom>
            <a:avLst/>
            <a:gdLst/>
            <a:ahLst/>
            <a:cxnLst/>
            <a:rect l="l" t="t" r="r" b="b"/>
            <a:pathLst>
              <a:path w="151536" h="151536" extrusionOk="0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23"/>
          <p:cNvSpPr/>
          <p:nvPr/>
        </p:nvSpPr>
        <p:spPr>
          <a:xfrm>
            <a:off x="11563141" y="59091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108625" h="108625" extrusionOk="0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apositiva del título">
  <p:cSld name="4_Diapositiva del título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>
            <a:spLocks noGrp="1"/>
          </p:cNvSpPr>
          <p:nvPr>
            <p:ph type="ctrTitle"/>
          </p:nvPr>
        </p:nvSpPr>
        <p:spPr>
          <a:xfrm>
            <a:off x="6391656" y="804672"/>
            <a:ext cx="4434840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 b="0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ftr" idx="11"/>
          </p:nvPr>
        </p:nvSpPr>
        <p:spPr>
          <a:xfrm rot="-5400000">
            <a:off x="9811512" y="1591056"/>
            <a:ext cx="35478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88" name="Google Shape;88;p24"/>
          <p:cNvCxnSpPr/>
          <p:nvPr/>
        </p:nvCxnSpPr>
        <p:spPr>
          <a:xfrm>
            <a:off x="11586162" y="3619272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89" name="Google Shape;89;p24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24"/>
          <p:cNvSpPr>
            <a:spLocks noGrp="1"/>
          </p:cNvSpPr>
          <p:nvPr>
            <p:ph type="pic" idx="2"/>
          </p:nvPr>
        </p:nvSpPr>
        <p:spPr>
          <a:xfrm>
            <a:off x="283464" y="3108960"/>
            <a:ext cx="5221224" cy="3447288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4"/>
          <p:cNvSpPr>
            <a:spLocks noGrp="1"/>
          </p:cNvSpPr>
          <p:nvPr>
            <p:ph type="pic" idx="3"/>
          </p:nvPr>
        </p:nvSpPr>
        <p:spPr>
          <a:xfrm>
            <a:off x="283464" y="301752"/>
            <a:ext cx="2459736" cy="2505456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4"/>
          <p:cNvSpPr>
            <a:spLocks noGrp="1"/>
          </p:cNvSpPr>
          <p:nvPr>
            <p:ph type="pic" idx="4"/>
          </p:nvPr>
        </p:nvSpPr>
        <p:spPr>
          <a:xfrm>
            <a:off x="3044952" y="301752"/>
            <a:ext cx="2459736" cy="250545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ítulo">
  <p:cSld name="Diapositiva del títul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 b="1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96" name="Google Shape;96;p25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1"/>
          </p:nvPr>
        </p:nvSpPr>
        <p:spPr>
          <a:xfrm>
            <a:off x="1444752" y="1825625"/>
            <a:ext cx="45537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body" idx="2"/>
          </p:nvPr>
        </p:nvSpPr>
        <p:spPr>
          <a:xfrm>
            <a:off x="6784848" y="1825625"/>
            <a:ext cx="45537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1" name="Google Shape;101;p2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02" name="Google Shape;102;p26"/>
          <p:cNvSpPr/>
          <p:nvPr/>
        </p:nvSpPr>
        <p:spPr>
          <a:xfrm>
            <a:off x="10508317" y="492206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26"/>
          <p:cNvSpPr/>
          <p:nvPr/>
        </p:nvSpPr>
        <p:spPr>
          <a:xfrm>
            <a:off x="11477944" y="105558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26"/>
          <p:cNvSpPr/>
          <p:nvPr/>
        </p:nvSpPr>
        <p:spPr>
          <a:xfrm>
            <a:off x="11241555" y="44663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ación">
  <p:cSld name="1_Comparació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2"/>
          </p:nvPr>
        </p:nvSpPr>
        <p:spPr>
          <a:xfrm>
            <a:off x="1444752" y="2505075"/>
            <a:ext cx="28346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body" idx="3"/>
          </p:nvPr>
        </p:nvSpPr>
        <p:spPr>
          <a:xfrm>
            <a:off x="4983480" y="1681163"/>
            <a:ext cx="28346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body" idx="4"/>
          </p:nvPr>
        </p:nvSpPr>
        <p:spPr>
          <a:xfrm>
            <a:off x="4983480" y="2505075"/>
            <a:ext cx="28346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1" name="Google Shape;111;p27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12" name="Google Shape;112;p27"/>
          <p:cNvSpPr/>
          <p:nvPr/>
        </p:nvSpPr>
        <p:spPr>
          <a:xfrm>
            <a:off x="10508317" y="492206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27"/>
          <p:cNvSpPr/>
          <p:nvPr/>
        </p:nvSpPr>
        <p:spPr>
          <a:xfrm>
            <a:off x="11477944" y="105558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7"/>
          <p:cNvSpPr/>
          <p:nvPr/>
        </p:nvSpPr>
        <p:spPr>
          <a:xfrm>
            <a:off x="11241555" y="44663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27"/>
          <p:cNvSpPr txBox="1">
            <a:spLocks noGrp="1"/>
          </p:cNvSpPr>
          <p:nvPr>
            <p:ph type="body" idx="5"/>
          </p:nvPr>
        </p:nvSpPr>
        <p:spPr>
          <a:xfrm>
            <a:off x="8531352" y="1769269"/>
            <a:ext cx="28346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body" idx="6"/>
          </p:nvPr>
        </p:nvSpPr>
        <p:spPr>
          <a:xfrm>
            <a:off x="8531352" y="2593181"/>
            <a:ext cx="28346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8100000" scaled="0"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>
            <a:spLocks noGrp="1"/>
          </p:cNvSpPr>
          <p:nvPr>
            <p:ph type="pic" idx="2"/>
          </p:nvPr>
        </p:nvSpPr>
        <p:spPr>
          <a:xfrm>
            <a:off x="1777111" y="407499"/>
            <a:ext cx="1952279" cy="1952279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8"/>
          <p:cNvSpPr>
            <a:spLocks noGrp="1"/>
          </p:cNvSpPr>
          <p:nvPr>
            <p:ph type="pic" idx="3"/>
          </p:nvPr>
        </p:nvSpPr>
        <p:spPr>
          <a:xfrm>
            <a:off x="3528345" y="1972581"/>
            <a:ext cx="2290065" cy="2273502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8"/>
          <p:cNvSpPr>
            <a:spLocks noGrp="1"/>
          </p:cNvSpPr>
          <p:nvPr>
            <p:ph type="pic" idx="4"/>
          </p:nvPr>
        </p:nvSpPr>
        <p:spPr>
          <a:xfrm>
            <a:off x="5579539" y="4386312"/>
            <a:ext cx="3119293" cy="246281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8"/>
          <p:cNvSpPr>
            <a:spLocks noGrp="1"/>
          </p:cNvSpPr>
          <p:nvPr>
            <p:ph type="pic" idx="5"/>
          </p:nvPr>
        </p:nvSpPr>
        <p:spPr>
          <a:xfrm>
            <a:off x="1092905" y="4018982"/>
            <a:ext cx="3854161" cy="2839018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8"/>
          <p:cNvSpPr txBox="1"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  <a:defRPr sz="48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dt" idx="10"/>
          </p:nvPr>
        </p:nvSpPr>
        <p:spPr>
          <a:xfrm>
            <a:off x="658368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ftr" idx="11"/>
          </p:nvPr>
        </p:nvSpPr>
        <p:spPr>
          <a:xfrm rot="-5400000">
            <a:off x="-548640" y="1938528"/>
            <a:ext cx="2788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sldNum" idx="12"/>
          </p:nvPr>
        </p:nvSpPr>
        <p:spPr>
          <a:xfrm>
            <a:off x="8610600" y="20116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126" name="Google Shape;126;p28"/>
          <p:cNvSpPr/>
          <p:nvPr/>
        </p:nvSpPr>
        <p:spPr>
          <a:xfrm>
            <a:off x="1472366" y="1859534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8"/>
          <p:cNvSpPr/>
          <p:nvPr/>
        </p:nvSpPr>
        <p:spPr>
          <a:xfrm>
            <a:off x="2014523" y="3146867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8"/>
          <p:cNvSpPr/>
          <p:nvPr/>
        </p:nvSpPr>
        <p:spPr>
          <a:xfrm>
            <a:off x="5404920" y="4508295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9" name="Google Shape;129;p28"/>
          <p:cNvCxnSpPr/>
          <p:nvPr/>
        </p:nvCxnSpPr>
        <p:spPr>
          <a:xfrm>
            <a:off x="856114" y="3503032"/>
            <a:ext cx="0" cy="3346090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30" name="Google Shape;130;p28"/>
          <p:cNvSpPr txBox="1">
            <a:spLocks noGrp="1"/>
          </p:cNvSpPr>
          <p:nvPr>
            <p:ph type="body" idx="1"/>
          </p:nvPr>
        </p:nvSpPr>
        <p:spPr>
          <a:xfrm>
            <a:off x="5760720" y="3127248"/>
            <a:ext cx="5276088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36" name="Google Shape;136;p2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41" name="Google Shape;141;p30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49" name="Google Shape;149;p31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leyenda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57" name="Google Shape;157;p3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  <a:defRPr sz="4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docs.google.com/document/d/1xRr3CP3N_FHsh79bFgWm6wXmIPmK_z-8/edit?usp=sharing&amp;ouid=105153019530874876180&amp;rtpof=true&amp;sd=true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oogle.com/document/d/1xRr3CP3N_FHsh79bFgWm6wXmIPmK_z-8/edit?usp=sharing&amp;ouid=105153019530874876180&amp;rtpof=true&amp;sd=true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hyperlink" Target="https://docs.google.com/document/d/1xRr3CP3N_FHsh79bFgWm6wXmIPmK_z-8/edit?usp=sharing&amp;ouid=105153019530874876180&amp;rtpof=true&amp;sd=tru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docs.google.com/document/d/1xRr3CP3N_FHsh79bFgWm6wXmIPmK_z-8/edit?usp=sharing&amp;ouid=105153019530874876180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634A9B54-FD7B-4D60-FAFD-6039C60AA8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" t="-46" r="41092" b="45415"/>
          <a:stretch>
            <a:fillRect/>
          </a:stretch>
        </p:blipFill>
        <p:spPr>
          <a:xfrm>
            <a:off x="0" y="0"/>
            <a:ext cx="12189437" cy="6853170"/>
          </a:xfrm>
          <a:prstGeom prst="rect">
            <a:avLst/>
          </a:prstGeom>
        </p:spPr>
      </p:pic>
      <p:sp>
        <p:nvSpPr>
          <p:cNvPr id="163" name="Google Shape;163;g39185dbb52d_1_0"/>
          <p:cNvSpPr txBox="1">
            <a:spLocks noGrp="1"/>
          </p:cNvSpPr>
          <p:nvPr>
            <p:ph type="ctrTitle"/>
          </p:nvPr>
        </p:nvSpPr>
        <p:spPr>
          <a:xfrm>
            <a:off x="1692220" y="591688"/>
            <a:ext cx="7726751" cy="4740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s-MX" sz="4800">
                <a:latin typeface="Constantia"/>
              </a:rPr>
              <a:t>SISTEMA DE GESTIÓN DE INVENTARIO Y CONTROL DE ABASTECIMIENTO PARA SUPERMERCADO DE BARRIO CON 4 PUNTOS DE VENTA</a:t>
            </a:r>
            <a:endParaRPr lang="es-ES">
              <a:latin typeface="Constantia"/>
            </a:endParaRPr>
          </a:p>
        </p:txBody>
      </p:sp>
      <p:sp>
        <p:nvSpPr>
          <p:cNvPr id="164" name="Google Shape;164;g39185dbb52d_1_0"/>
          <p:cNvSpPr txBox="1">
            <a:spLocks noGrp="1"/>
          </p:cNvSpPr>
          <p:nvPr>
            <p:ph type="subTitle" idx="1"/>
          </p:nvPr>
        </p:nvSpPr>
        <p:spPr>
          <a:xfrm>
            <a:off x="3000375" y="5331155"/>
            <a:ext cx="8649600" cy="119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es-MX" sz="1500" b="1" i="1">
                <a:latin typeface="Constantia"/>
              </a:rPr>
              <a:t>Por</a:t>
            </a:r>
            <a:r>
              <a:rPr lang="es-MX" sz="1500" i="1">
                <a:latin typeface="Constantia"/>
              </a:rPr>
              <a:t>:</a:t>
            </a:r>
            <a:endParaRPr lang="es-ES" sz="1500" i="1">
              <a:latin typeface="Constantia"/>
            </a:endParaRPr>
          </a:p>
          <a:p>
            <a:pPr marL="0" lvl="0" indent="0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1500" i="1">
                <a:latin typeface="Constantia"/>
              </a:rPr>
              <a:t>Esteban Rojas Rodríguez, Joab Felipe Rodríguez Posada, </a:t>
            </a:r>
            <a:endParaRPr sz="1500" i="1">
              <a:latin typeface="Constantia"/>
            </a:endParaRPr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1500" i="1">
                <a:latin typeface="Constantia"/>
              </a:rPr>
              <a:t>Dayana Vera León, Juan David </a:t>
            </a:r>
            <a:r>
              <a:rPr lang="es-MX" sz="1500" i="1" err="1">
                <a:latin typeface="Constantia"/>
              </a:rPr>
              <a:t>Sanchez</a:t>
            </a:r>
            <a:r>
              <a:rPr lang="es-MX" sz="1500" i="1">
                <a:latin typeface="Constantia"/>
              </a:rPr>
              <a:t> </a:t>
            </a:r>
            <a:endParaRPr sz="1500" i="1">
              <a:latin typeface="Constantia"/>
            </a:endParaRPr>
          </a:p>
        </p:txBody>
      </p:sp>
      <p:pic>
        <p:nvPicPr>
          <p:cNvPr id="165" name="Google Shape;165;g39185dbb52d_1_0"/>
          <p:cNvPicPr preferRelativeResize="0"/>
          <p:nvPr/>
        </p:nvPicPr>
        <p:blipFill rotWithShape="1">
          <a:blip r:embed="rId4">
            <a:alphaModFix/>
          </a:blip>
          <a:srcRect l="11282" r="11805"/>
          <a:stretch/>
        </p:blipFill>
        <p:spPr>
          <a:xfrm>
            <a:off x="10007875" y="832875"/>
            <a:ext cx="1386025" cy="11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E4A610E-AA66-B664-E045-70F8A5227D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" t="-46" r="41092" b="45415"/>
          <a:stretch>
            <a:fillRect/>
          </a:stretch>
        </p:blipFill>
        <p:spPr>
          <a:xfrm>
            <a:off x="0" y="0"/>
            <a:ext cx="12189437" cy="6853170"/>
          </a:xfrm>
          <a:prstGeom prst="rect">
            <a:avLst/>
          </a:prstGeom>
        </p:spPr>
      </p:pic>
      <p:sp>
        <p:nvSpPr>
          <p:cNvPr id="186" name="Google Shape;186;p6"/>
          <p:cNvSpPr txBox="1">
            <a:spLocks noGrp="1"/>
          </p:cNvSpPr>
          <p:nvPr>
            <p:ph type="body" idx="1"/>
          </p:nvPr>
        </p:nvSpPr>
        <p:spPr>
          <a:xfrm>
            <a:off x="1003535" y="2234503"/>
            <a:ext cx="9916574" cy="3440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s-MX" sz="2000">
                <a:latin typeface="Constantia"/>
              </a:rPr>
              <a:t>  El sistema permite a los empleados de las tiendas realizar pedidos desde tablets, consultar la disponibilidad de productos en bodega y generar listas de surtido, las cuales son recibidas por el bodeguero para alistar y distribuir la mercancía.</a:t>
            </a:r>
            <a:endParaRPr lang="es-ES">
              <a:latin typeface="Constantia"/>
            </a:endParaRPr>
          </a:p>
          <a:p>
            <a:pPr marL="0" indent="0">
              <a:buNone/>
            </a:pPr>
            <a:r>
              <a:rPr lang="es-MX" sz="2000">
                <a:latin typeface="Constantia"/>
              </a:rPr>
              <a:t>  Además, DataStock ofrece notificaciones de productos próximos a vencer, estadísticas de los cinco productos más vendidos y los cinco menos vendidos del mes, y un historial detallado de entradas y salidas de mercancía, facilitando la toma de decisiones.</a:t>
            </a:r>
          </a:p>
          <a:p>
            <a:pPr marL="0" indent="0">
              <a:buNone/>
            </a:pPr>
            <a:r>
              <a:rPr lang="es-MX" sz="2000">
                <a:latin typeface="Constantia"/>
              </a:rPr>
              <a:t>  El software no maneja productos de fruver ni carnes, enfocándose exclusivamente en productos empacados y de stock.</a:t>
            </a:r>
          </a:p>
          <a:p>
            <a:pPr marL="0" indent="0">
              <a:spcBef>
                <a:spcPts val="0"/>
              </a:spcBef>
              <a:buSzPts val="1800"/>
              <a:buNone/>
            </a:pPr>
            <a:endParaRPr lang="es-MX" sz="2000">
              <a:latin typeface="Constantia"/>
            </a:endParaRPr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/>
          </p:nvPr>
        </p:nvSpPr>
        <p:spPr>
          <a:xfrm>
            <a:off x="576072" y="560271"/>
            <a:ext cx="10771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4000">
                <a:latin typeface="Constantia"/>
              </a:rPr>
              <a:t>JUSTIFICACIÓN</a:t>
            </a:r>
            <a:endParaRPr sz="4000">
              <a:latin typeface="Constantia"/>
            </a:endParaRPr>
          </a:p>
        </p:txBody>
      </p:sp>
      <p:sp>
        <p:nvSpPr>
          <p:cNvPr id="189" name="Google Shape;189;p6"/>
          <p:cNvSpPr txBox="1">
            <a:spLocks noGrp="1"/>
          </p:cNvSpPr>
          <p:nvPr>
            <p:ph type="sldNum" idx="12"/>
          </p:nvPr>
        </p:nvSpPr>
        <p:spPr>
          <a:xfrm>
            <a:off x="8666356" y="607757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dt" idx="10"/>
          </p:nvPr>
        </p:nvSpPr>
        <p:spPr>
          <a:xfrm>
            <a:off x="658368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191" name="Google Shape;191;p6"/>
          <p:cNvPicPr preferRelativeResize="0"/>
          <p:nvPr/>
        </p:nvPicPr>
        <p:blipFill rotWithShape="1">
          <a:blip r:embed="rId4">
            <a:alphaModFix/>
          </a:blip>
          <a:srcRect l="11282" r="11805"/>
          <a:stretch/>
        </p:blipFill>
        <p:spPr>
          <a:xfrm>
            <a:off x="10658038" y="677062"/>
            <a:ext cx="750774" cy="6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>
            <a:spLocks noGrp="1"/>
          </p:cNvSpPr>
          <p:nvPr>
            <p:ph type="body" idx="2"/>
          </p:nvPr>
        </p:nvSpPr>
        <p:spPr>
          <a:xfrm>
            <a:off x="1724375" y="2646411"/>
            <a:ext cx="8360700" cy="24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lnSpc>
                <a:spcPct val="150000"/>
              </a:lnSpc>
              <a:buNone/>
            </a:pPr>
            <a:r>
              <a:rPr lang="es-MX">
                <a:latin typeface="Constantia"/>
              </a:rPr>
              <a:t>Por medio de nuestro software (Data Stock), brindamos una solución práctica para que el supermercado pueda gestionar sus inventarios al reducir los tiempos de uso y manejo del stock en la plataforma, con autorización de quienes pueden o no manejar el inventario, como también, reducir las pérdidas económicas en vencimiento de productos y recibir notificaciones previas para el cambio oportuno del stock, facilitando el control de este.</a:t>
            </a:r>
            <a:endParaRPr>
              <a:latin typeface="Constantia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452600" y="697775"/>
            <a:ext cx="9901200" cy="19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s-MX" sz="2900">
                <a:solidFill>
                  <a:schemeClr val="dk1"/>
                </a:solidFill>
                <a:latin typeface="Constantia"/>
                <a:ea typeface="Open Sans"/>
                <a:cs typeface="Open Sans"/>
                <a:sym typeface="Open Sans"/>
              </a:rPr>
              <a:t>¿EL MÉTODO DE REGISTRO Y ALMACENAMIENTO LE PERMITE TENER UN CONTROL ÓPTIMO Y PRECISO SOBRE LAS FECHAS DE CADUCIDAD DE SU INVENTARIO?</a:t>
            </a:r>
            <a:endParaRPr sz="2900" b="0" i="0" u="none" strike="noStrike" cap="none">
              <a:solidFill>
                <a:schemeClr val="dk1"/>
              </a:solidFill>
              <a:latin typeface="Constantia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</a:t>
            </a:fld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chemeClr val="accent2"/>
                </a:solidFill>
              </a:rPr>
              <a:t>3</a:t>
            </a:fld>
            <a:endParaRPr>
              <a:solidFill>
                <a:schemeClr val="accent2"/>
              </a:solidFill>
            </a:endParaRPr>
          </a:p>
        </p:txBody>
      </p:sp>
      <p:cxnSp>
        <p:nvCxnSpPr>
          <p:cNvPr id="201" name="Google Shape;201;p5"/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rgbClr val="15540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Google Shape;202;p5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accent2"/>
                </a:solidFill>
              </a:rPr>
              <a:t>DATA STOCK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203" name="Google Shape;203;p5"/>
          <p:cNvPicPr preferRelativeResize="0"/>
          <p:nvPr/>
        </p:nvPicPr>
        <p:blipFill rotWithShape="1">
          <a:blip r:embed="rId3">
            <a:alphaModFix/>
          </a:blip>
          <a:srcRect l="27424" t="11109" r="28279" b="16468"/>
          <a:stretch/>
        </p:blipFill>
        <p:spPr>
          <a:xfrm>
            <a:off x="11171983" y="279618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 txBox="1">
            <a:spLocks noGrp="1"/>
          </p:cNvSpPr>
          <p:nvPr>
            <p:ph type="ftr" idx="4294967295"/>
          </p:nvPr>
        </p:nvSpPr>
        <p:spPr>
          <a:xfrm rot="-5400000">
            <a:off x="9814415" y="2200376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15540B"/>
                </a:solidFill>
              </a:rPr>
              <a:t>DATA STOCK</a:t>
            </a:r>
            <a:endParaRPr lang="es-ES" dirty="0">
              <a:solidFill>
                <a:srgbClr val="15540B"/>
              </a:solidFill>
            </a:endParaRPr>
          </a:p>
        </p:txBody>
      </p:sp>
      <p:cxnSp>
        <p:nvCxnSpPr>
          <p:cNvPr id="2" name="Google Shape;201;p5">
            <a:extLst>
              <a:ext uri="{FF2B5EF4-FFF2-40B4-BE49-F238E27FC236}">
                <a16:creationId xmlns:a16="http://schemas.microsoft.com/office/drawing/2014/main" id="{6A1B3BCF-1AA3-3EA3-3C4D-BF266D8B2B4D}"/>
              </a:ext>
            </a:extLst>
          </p:cNvPr>
          <p:cNvCxnSpPr>
            <a:cxnSpLocks/>
          </p:cNvCxnSpPr>
          <p:nvPr/>
        </p:nvCxnSpPr>
        <p:spPr>
          <a:xfrm>
            <a:off x="726444" y="279618"/>
            <a:ext cx="0" cy="6637939"/>
          </a:xfrm>
          <a:prstGeom prst="straightConnector1">
            <a:avLst/>
          </a:prstGeom>
          <a:noFill/>
          <a:ln w="38100" cap="flat" cmpd="sng">
            <a:solidFill>
              <a:srgbClr val="15540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93529E-9DD1-EBBB-7B34-D807F5D46C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" t="-1461" r="57201" b="38622"/>
          <a:stretch>
            <a:fillRect/>
          </a:stretch>
        </p:blipFill>
        <p:spPr>
          <a:xfrm>
            <a:off x="-1530" y="-197211"/>
            <a:ext cx="5797456" cy="7086046"/>
          </a:xfrm>
          <a:prstGeom prst="rect">
            <a:avLst/>
          </a:prstGeom>
        </p:spPr>
      </p:pic>
      <p:sp>
        <p:nvSpPr>
          <p:cNvPr id="210" name="Google Shape;210;p2"/>
          <p:cNvSpPr txBox="1">
            <a:spLocks noGrp="1"/>
          </p:cNvSpPr>
          <p:nvPr>
            <p:ph type="ctrTitle"/>
          </p:nvPr>
        </p:nvSpPr>
        <p:spPr>
          <a:xfrm>
            <a:off x="6500987" y="1786180"/>
            <a:ext cx="4434900" cy="74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s-MX" sz="4000">
                <a:latin typeface="Constantia"/>
              </a:rPr>
              <a:t>OBJETIVO GENERAL</a:t>
            </a:r>
            <a:endParaRPr sz="4000">
              <a:latin typeface="Constantia"/>
            </a:endParaRPr>
          </a:p>
        </p:txBody>
      </p:sp>
      <p:sp>
        <p:nvSpPr>
          <p:cNvPr id="211" name="Google Shape;211;p2"/>
          <p:cNvSpPr txBox="1">
            <a:spLocks noGrp="1"/>
          </p:cNvSpPr>
          <p:nvPr>
            <p:ph type="subTitle" idx="1"/>
          </p:nvPr>
        </p:nvSpPr>
        <p:spPr>
          <a:xfrm>
            <a:off x="6593913" y="2738747"/>
            <a:ext cx="4434900" cy="275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s-MX" sz="2000">
                <a:latin typeface="Constantia"/>
              </a:rPr>
              <a:t>Desarrollar un software de gestión de inventario para la bodega de un supermercado de barrio, que permita controlar el stock, optimizar la distribución a varias tiendas y mejorar la toma de decisiones mediante alertas y estadísticas.</a:t>
            </a:r>
            <a:endParaRPr lang="es-ES" sz="2000">
              <a:latin typeface="Constantia"/>
            </a:endParaRPr>
          </a:p>
        </p:txBody>
      </p:sp>
      <p:sp>
        <p:nvSpPr>
          <p:cNvPr id="212" name="Google Shape;21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  <p:sp>
        <p:nvSpPr>
          <p:cNvPr id="213" name="Google Shape;21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  <p:cxnSp>
        <p:nvCxnSpPr>
          <p:cNvPr id="214" name="Google Shape;214;p2"/>
          <p:cNvCxnSpPr/>
          <p:nvPr/>
        </p:nvCxnSpPr>
        <p:spPr>
          <a:xfrm>
            <a:off x="11580488" y="3598453"/>
            <a:ext cx="9900" cy="3289200"/>
          </a:xfrm>
          <a:prstGeom prst="straightConnector1">
            <a:avLst/>
          </a:prstGeom>
          <a:noFill/>
          <a:ln w="38100" cap="flat" cmpd="sng">
            <a:solidFill>
              <a:srgbClr val="15540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"/>
          <p:cNvSpPr txBox="1">
            <a:spLocks noGrp="1"/>
          </p:cNvSpPr>
          <p:nvPr>
            <p:ph type="ftr" idx="11"/>
          </p:nvPr>
        </p:nvSpPr>
        <p:spPr>
          <a:xfrm rot="-5400000">
            <a:off x="9811536" y="212530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rgbClr val="15540B"/>
                </a:solidFill>
              </a:rPr>
              <a:t>DATA STOCK</a:t>
            </a:r>
            <a:endParaRPr lang="es-ES">
              <a:solidFill>
                <a:srgbClr val="15540B"/>
              </a:solidFill>
            </a:endParaRPr>
          </a:p>
        </p:txBody>
      </p:sp>
      <p:pic>
        <p:nvPicPr>
          <p:cNvPr id="218" name="Google Shape;218;p2"/>
          <p:cNvPicPr preferRelativeResize="0"/>
          <p:nvPr/>
        </p:nvPicPr>
        <p:blipFill rotWithShape="1">
          <a:blip r:embed="rId4">
            <a:alphaModFix/>
          </a:blip>
          <a:srcRect l="27424" t="11109" r="28279" b="16468"/>
          <a:stretch/>
        </p:blipFill>
        <p:spPr>
          <a:xfrm>
            <a:off x="11119996" y="308492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"/>
          <p:cNvSpPr txBox="1"/>
          <p:nvPr/>
        </p:nvSpPr>
        <p:spPr>
          <a:xfrm>
            <a:off x="1899533" y="5143134"/>
            <a:ext cx="1983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u="sng">
                <a:solidFill>
                  <a:srgbClr val="15540B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DEFINICIÓN DEL PROYECTO</a:t>
            </a:r>
            <a:endParaRPr lang="es-ES" sz="1000">
              <a:solidFill>
                <a:srgbClr val="15540B"/>
              </a:solidFill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20" name="Google Shape;220;p2"/>
          <p:cNvPicPr preferRelativeResize="0"/>
          <p:nvPr/>
        </p:nvPicPr>
        <p:blipFill rotWithShape="1">
          <a:blip r:embed="rId6">
            <a:alphaModFix/>
          </a:blip>
          <a:srcRect l="23362" t="6515" r="25392" b="3982"/>
          <a:stretch/>
        </p:blipFill>
        <p:spPr>
          <a:xfrm>
            <a:off x="1239064" y="1604933"/>
            <a:ext cx="3299777" cy="328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774208C0-05D0-1639-2610-8FC8482E60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2308" y="1533767"/>
            <a:ext cx="3429002" cy="34290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8639F721-6E6A-9D65-06D3-A3C6C015BC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" t="-1461" r="57201" b="38622"/>
          <a:stretch>
            <a:fillRect/>
          </a:stretch>
        </p:blipFill>
        <p:spPr>
          <a:xfrm>
            <a:off x="-1530" y="-197211"/>
            <a:ext cx="5797456" cy="7086046"/>
          </a:xfrm>
          <a:prstGeom prst="rect">
            <a:avLst/>
          </a:prstGeom>
        </p:spPr>
      </p:pic>
      <p:pic>
        <p:nvPicPr>
          <p:cNvPr id="9" name="Imagen 8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1BB6D97D-5541-7C7C-646A-97AD5E663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308" y="1533767"/>
            <a:ext cx="3429002" cy="3429002"/>
          </a:xfrm>
          <a:prstGeom prst="rect">
            <a:avLst/>
          </a:prstGeom>
        </p:spPr>
      </p:pic>
      <p:sp>
        <p:nvSpPr>
          <p:cNvPr id="227" name="Google Shape;227;p3"/>
          <p:cNvSpPr txBox="1">
            <a:spLocks noGrp="1"/>
          </p:cNvSpPr>
          <p:nvPr>
            <p:ph type="ctrTitle"/>
          </p:nvPr>
        </p:nvSpPr>
        <p:spPr>
          <a:xfrm>
            <a:off x="6393180" y="358533"/>
            <a:ext cx="4434900" cy="13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s-MX">
                <a:latin typeface="Constantia"/>
              </a:rPr>
              <a:t>OBJETIVOS ESPECÍFICOS</a:t>
            </a:r>
            <a:endParaRPr>
              <a:latin typeface="Constantia"/>
            </a:endParaRPr>
          </a:p>
        </p:txBody>
      </p:sp>
      <p:sp>
        <p:nvSpPr>
          <p:cNvPr id="228" name="Google Shape;228;p3"/>
          <p:cNvSpPr txBox="1">
            <a:spLocks noGrp="1"/>
          </p:cNvSpPr>
          <p:nvPr>
            <p:ph type="subTitle" idx="1"/>
          </p:nvPr>
        </p:nvSpPr>
        <p:spPr>
          <a:xfrm>
            <a:off x="6393179" y="1755646"/>
            <a:ext cx="4546412" cy="410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>
                <a:latin typeface="Constantia"/>
              </a:rPr>
              <a:t>Diseñar un sistema digital que permita el registro, actualización y control del inventario almacenado en la bodega central del supermercado.</a:t>
            </a:r>
            <a:br>
              <a:rPr lang="en-US" sz="1200">
                <a:latin typeface="Constantia"/>
              </a:rPr>
            </a:br>
            <a:endParaRPr lang="en-US" sz="1200">
              <a:latin typeface="Constantia"/>
            </a:endParaRPr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>
                <a:latin typeface="Constantia"/>
              </a:rPr>
              <a:t>Implementar un módulo de pedidos internos que permita a los empleados de las tiendas realizar solicitudes de mercancía desde dispositivos móviles (tablets).</a:t>
            </a:r>
            <a:br>
              <a:rPr lang="en-US" sz="1200">
                <a:latin typeface="Constantia"/>
              </a:rPr>
            </a:br>
            <a:endParaRPr lang="en-US" sz="1200">
              <a:latin typeface="Constantia"/>
            </a:endParaRPr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>
                <a:latin typeface="Constantia"/>
              </a:rPr>
              <a:t>Desarrollar un sistema de notificaciones automáticas para alertar sobre productos próximos a vencer y niveles bajos de stock.</a:t>
            </a:r>
            <a:br>
              <a:rPr lang="en-US" sz="1200">
                <a:latin typeface="Constantia"/>
              </a:rPr>
            </a:br>
            <a:endParaRPr lang="en-US" sz="1200">
              <a:latin typeface="Constantia"/>
            </a:endParaRPr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>
                <a:latin typeface="Constantia"/>
              </a:rPr>
              <a:t>Registrar y almacenar el historial de entradas y salidas de mercancía para garantizar trazabilidad y control de movimientos.</a:t>
            </a:r>
            <a:endParaRPr sz="1200">
              <a:latin typeface="Constantia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</a:pPr>
            <a:endParaRPr lang="en-US" sz="1200">
              <a:latin typeface="Constantia"/>
            </a:endParaRPr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>
                <a:latin typeface="Constantia"/>
              </a:rPr>
              <a:t>Generar reportes estadísticos mensuales que identifiquen los cinco productos más vendidos y los cinco menos vendidos para apoyar la toma de decisiones.</a:t>
            </a:r>
            <a:br>
              <a:rPr lang="en-US" sz="1200">
                <a:latin typeface="Constantia"/>
              </a:rPr>
            </a:br>
            <a:endParaRPr lang="en-US" sz="1200">
              <a:latin typeface="Constantia"/>
            </a:endParaRPr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>
                <a:latin typeface="Constantia"/>
              </a:rPr>
              <a:t>Optimizar el proceso de surtido y distribución entre la bodega y las tres tiendas del mismo propietario, reduciendo errores y tiempos de despacho.</a:t>
            </a:r>
            <a:br>
              <a:rPr lang="en-US" sz="1200">
                <a:latin typeface="Constantia"/>
              </a:rPr>
            </a:br>
            <a:endParaRPr lang="en-US" sz="1200">
              <a:latin typeface="Constantia"/>
            </a:endParaRPr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Font typeface="Arial"/>
              <a:buChar char="•"/>
            </a:pPr>
            <a:r>
              <a:rPr lang="es-MX" sz="1200">
                <a:latin typeface="Constantia"/>
              </a:rPr>
              <a:t>Establecer restricciones del sistema enfocadas únicamente en productos empacados y de stock, excluyendo Fruver y carnes.</a:t>
            </a:r>
          </a:p>
          <a:p>
            <a:pPr marL="285750" indent="-285750">
              <a:spcBef>
                <a:spcPts val="0"/>
              </a:spcBef>
              <a:buFont typeface="Arial"/>
              <a:buChar char="•"/>
            </a:pPr>
            <a:endParaRPr lang="es-MX">
              <a:latin typeface="Constantia"/>
            </a:endParaRPr>
          </a:p>
        </p:txBody>
      </p:sp>
      <p:sp>
        <p:nvSpPr>
          <p:cNvPr id="229" name="Google Shape;2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  <p:cxnSp>
        <p:nvCxnSpPr>
          <p:cNvPr id="230" name="Google Shape;230;p3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" name="Google Shape;231;p3"/>
          <p:cNvSpPr txBox="1">
            <a:spLocks noGrp="1"/>
          </p:cNvSpPr>
          <p:nvPr>
            <p:ph type="ftr" idx="11"/>
          </p:nvPr>
        </p:nvSpPr>
        <p:spPr>
          <a:xfrm rot="-5400000">
            <a:off x="9814415" y="205599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pic>
        <p:nvPicPr>
          <p:cNvPr id="232" name="Google Shape;232;p3"/>
          <p:cNvPicPr preferRelativeResize="0"/>
          <p:nvPr/>
        </p:nvPicPr>
        <p:blipFill rotWithShape="1">
          <a:blip r:embed="rId5">
            <a:alphaModFix/>
          </a:blip>
          <a:srcRect l="27424" t="11109" r="28279" b="16468"/>
          <a:stretch/>
        </p:blipFill>
        <p:spPr>
          <a:xfrm>
            <a:off x="11148872" y="308492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"/>
          <p:cNvSpPr txBox="1">
            <a:spLocks noGrp="1"/>
          </p:cNvSpPr>
          <p:nvPr>
            <p:ph type="ftr" idx="11"/>
          </p:nvPr>
        </p:nvSpPr>
        <p:spPr>
          <a:xfrm rot="-5400000">
            <a:off x="9814415" y="2055997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rgbClr val="15540B"/>
                </a:solidFill>
              </a:rPr>
              <a:t>DATA STOCK</a:t>
            </a:r>
            <a:endParaRPr lang="es-ES">
              <a:solidFill>
                <a:srgbClr val="15540B"/>
              </a:solidFill>
            </a:endParaRPr>
          </a:p>
        </p:txBody>
      </p:sp>
      <p:sp>
        <p:nvSpPr>
          <p:cNvPr id="236" name="Google Shape;236;p3"/>
          <p:cNvSpPr txBox="1"/>
          <p:nvPr/>
        </p:nvSpPr>
        <p:spPr>
          <a:xfrm>
            <a:off x="1889764" y="5107353"/>
            <a:ext cx="1983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u="sng">
                <a:solidFill>
                  <a:srgbClr val="15540B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DEFINICIÓN DEL PROYECTO</a:t>
            </a:r>
            <a:endParaRPr lang="es-ES" sz="1000">
              <a:solidFill>
                <a:srgbClr val="15540B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 txBox="1">
            <a:spLocks noGrp="1"/>
          </p:cNvSpPr>
          <p:nvPr>
            <p:ph type="title"/>
          </p:nvPr>
        </p:nvSpPr>
        <p:spPr>
          <a:xfrm>
            <a:off x="980521" y="1375584"/>
            <a:ext cx="6190500" cy="10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s-MX" sz="4000">
                <a:latin typeface="Constantia"/>
              </a:rPr>
              <a:t>Problema que resuelve:</a:t>
            </a:r>
            <a:endParaRPr sz="4000">
              <a:latin typeface="Constantia"/>
            </a:endParaRPr>
          </a:p>
        </p:txBody>
      </p:sp>
      <p:sp>
        <p:nvSpPr>
          <p:cNvPr id="172" name="Google Shape;172;p4"/>
          <p:cNvSpPr txBox="1">
            <a:spLocks noGrp="1"/>
          </p:cNvSpPr>
          <p:nvPr>
            <p:ph type="body" idx="1"/>
          </p:nvPr>
        </p:nvSpPr>
        <p:spPr>
          <a:xfrm>
            <a:off x="850392" y="2705880"/>
            <a:ext cx="6190500" cy="3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MX">
                <a:latin typeface="Constantia"/>
              </a:rPr>
              <a:t> DataStock es una plataforma de software diseñada para la gestión y control del inventario en la bodega de un supermercado de barrio </a:t>
            </a:r>
            <a:r>
              <a:rPr lang="es-MX" sz="2000">
                <a:latin typeface="Constantia"/>
              </a:rPr>
              <a:t>con </a:t>
            </a:r>
            <a:r>
              <a:rPr lang="es-MX">
                <a:latin typeface="Constantia"/>
              </a:rPr>
              <a:t>4 tiendas del mismo propietario</a:t>
            </a:r>
            <a:r>
              <a:rPr lang="es-MX" sz="2000">
                <a:latin typeface="Constantia"/>
              </a:rPr>
              <a:t>, </a:t>
            </a:r>
            <a:r>
              <a:rPr lang="es-MX">
                <a:latin typeface="Constantia"/>
              </a:rPr>
              <a:t>permitiendo organizar productos</a:t>
            </a:r>
            <a:r>
              <a:rPr lang="es-MX" sz="2000">
                <a:latin typeface="Constantia"/>
              </a:rPr>
              <a:t>, </a:t>
            </a:r>
            <a:r>
              <a:rPr lang="es-MX">
                <a:latin typeface="Constantia"/>
              </a:rPr>
              <a:t>gestionar pedidos internos</a:t>
            </a:r>
            <a:r>
              <a:rPr lang="es-MX" sz="2000">
                <a:latin typeface="Constantia"/>
              </a:rPr>
              <a:t>, </a:t>
            </a:r>
            <a:r>
              <a:rPr lang="es-MX">
                <a:latin typeface="Constantia"/>
              </a:rPr>
              <a:t>controlar entradas y salidas</a:t>
            </a:r>
            <a:r>
              <a:rPr lang="es-MX" sz="2000">
                <a:latin typeface="Constantia"/>
              </a:rPr>
              <a:t>, y </a:t>
            </a:r>
            <a:r>
              <a:rPr lang="es-MX">
                <a:latin typeface="Constantia"/>
              </a:rPr>
              <a:t>optimizar la distribución </a:t>
            </a:r>
            <a:r>
              <a:rPr lang="es-MX" sz="2000">
                <a:latin typeface="Constantia"/>
              </a:rPr>
              <a:t>de </a:t>
            </a:r>
            <a:r>
              <a:rPr lang="es-MX">
                <a:latin typeface="Constantia"/>
              </a:rPr>
              <a:t>mercancía</a:t>
            </a:r>
            <a:r>
              <a:rPr lang="es-MX" sz="2000">
                <a:latin typeface="Constantia"/>
              </a:rPr>
              <a:t>.</a:t>
            </a:r>
            <a:endParaRPr lang="es-ES">
              <a:latin typeface="Constantia"/>
            </a:endParaRPr>
          </a:p>
          <a:p>
            <a:endParaRPr lang="es-ES">
              <a:latin typeface="Constantia"/>
            </a:endParaRPr>
          </a:p>
          <a:p>
            <a:endParaRPr lang="es-ES">
              <a:latin typeface="Constantia"/>
            </a:endParaRPr>
          </a:p>
          <a:p>
            <a:pPr marL="0" indent="0">
              <a:spcBef>
                <a:spcPts val="0"/>
              </a:spcBef>
            </a:pPr>
            <a:endParaRPr lang="es-MX">
              <a:latin typeface="Constantia"/>
            </a:endParaRPr>
          </a:p>
        </p:txBody>
      </p:sp>
      <p:sp>
        <p:nvSpPr>
          <p:cNvPr id="173" name="Google Shape;173;p4"/>
          <p:cNvSpPr txBox="1">
            <a:spLocks noGrp="1"/>
          </p:cNvSpPr>
          <p:nvPr>
            <p:ph type="ftr" idx="11"/>
          </p:nvPr>
        </p:nvSpPr>
        <p:spPr>
          <a:xfrm>
            <a:off x="7690104" y="62179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DATA STOCK</a:t>
            </a:r>
            <a:endParaRPr/>
          </a:p>
        </p:txBody>
      </p:sp>
      <p:sp>
        <p:nvSpPr>
          <p:cNvPr id="174" name="Google Shape;17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  <p:sp>
        <p:nvSpPr>
          <p:cNvPr id="176" name="Google Shape;17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  <p:cxnSp>
        <p:nvCxnSpPr>
          <p:cNvPr id="177" name="Google Shape;177;p4"/>
          <p:cNvCxnSpPr/>
          <p:nvPr/>
        </p:nvCxnSpPr>
        <p:spPr>
          <a:xfrm>
            <a:off x="11580488" y="3608421"/>
            <a:ext cx="9900" cy="3289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" name="Google Shape;178;p4"/>
          <p:cNvSpPr txBox="1">
            <a:spLocks noGrp="1"/>
          </p:cNvSpPr>
          <p:nvPr>
            <p:ph type="ftr" idx="11"/>
          </p:nvPr>
        </p:nvSpPr>
        <p:spPr>
          <a:xfrm>
            <a:off x="7973595" y="621822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15540B"/>
                </a:solidFill>
              </a:rPr>
              <a:t>DATA STOCK</a:t>
            </a:r>
            <a:endParaRPr dirty="0">
              <a:solidFill>
                <a:srgbClr val="15540B"/>
              </a:solidFill>
            </a:endParaRPr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 l="27424" t="11109" r="28279" b="16468"/>
          <a:stretch/>
        </p:blipFill>
        <p:spPr>
          <a:xfrm>
            <a:off x="11105557" y="333067"/>
            <a:ext cx="826949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 txBox="1"/>
          <p:nvPr/>
        </p:nvSpPr>
        <p:spPr>
          <a:xfrm>
            <a:off x="8025935" y="5374416"/>
            <a:ext cx="274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u="sng">
                <a:solidFill>
                  <a:srgbClr val="15540B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DEFINICIÓN DEL PROYECTO</a:t>
            </a:r>
            <a:endParaRPr lang="es-ES">
              <a:solidFill>
                <a:srgbClr val="15540B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E4F6D7-034E-7159-A9EE-4D8663322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8615" y="1719382"/>
            <a:ext cx="3429002" cy="3429002"/>
          </a:xfrm>
          <a:prstGeom prst="rect">
            <a:avLst/>
          </a:prstGeom>
        </p:spPr>
      </p:pic>
      <p:cxnSp>
        <p:nvCxnSpPr>
          <p:cNvPr id="2" name="Google Shape;201;p5">
            <a:extLst>
              <a:ext uri="{FF2B5EF4-FFF2-40B4-BE49-F238E27FC236}">
                <a16:creationId xmlns:a16="http://schemas.microsoft.com/office/drawing/2014/main" id="{565B9D68-258E-F5B2-ECA6-E97F052AF2FC}"/>
              </a:ext>
            </a:extLst>
          </p:cNvPr>
          <p:cNvCxnSpPr/>
          <p:nvPr/>
        </p:nvCxnSpPr>
        <p:spPr>
          <a:xfrm>
            <a:off x="11580488" y="3628357"/>
            <a:ext cx="9900" cy="3289200"/>
          </a:xfrm>
          <a:prstGeom prst="straightConnector1">
            <a:avLst/>
          </a:prstGeom>
          <a:noFill/>
          <a:ln w="38100" cap="flat" cmpd="sng">
            <a:solidFill>
              <a:srgbClr val="15540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201;p5">
            <a:extLst>
              <a:ext uri="{FF2B5EF4-FFF2-40B4-BE49-F238E27FC236}">
                <a16:creationId xmlns:a16="http://schemas.microsoft.com/office/drawing/2014/main" id="{88DC73FA-16E0-678B-80B1-FB57393A4008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13051"/>
            <a:ext cx="7973595" cy="30"/>
          </a:xfrm>
          <a:prstGeom prst="straightConnector1">
            <a:avLst/>
          </a:prstGeom>
          <a:noFill/>
          <a:ln w="38100" cap="flat" cmpd="sng">
            <a:solidFill>
              <a:srgbClr val="15540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>
          <a:extLst>
            <a:ext uri="{FF2B5EF4-FFF2-40B4-BE49-F238E27FC236}">
              <a16:creationId xmlns:a16="http://schemas.microsoft.com/office/drawing/2014/main" id="{223D6F9D-408C-DA34-1038-AD14011F8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FECC07E4-726D-1F6D-4A0D-D1C4FF7C5C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" t="-46" r="41092" b="45415"/>
          <a:stretch>
            <a:fillRect/>
          </a:stretch>
        </p:blipFill>
        <p:spPr>
          <a:xfrm>
            <a:off x="0" y="0"/>
            <a:ext cx="12189437" cy="6853170"/>
          </a:xfrm>
          <a:prstGeom prst="rect">
            <a:avLst/>
          </a:prstGeom>
        </p:spPr>
      </p:pic>
      <p:sp>
        <p:nvSpPr>
          <p:cNvPr id="451" name="Google Shape;451;p14">
            <a:extLst>
              <a:ext uri="{FF2B5EF4-FFF2-40B4-BE49-F238E27FC236}">
                <a16:creationId xmlns:a16="http://schemas.microsoft.com/office/drawing/2014/main" id="{B53AB952-F821-2120-0E37-C8A85E315BF9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>
                <a:solidFill>
                  <a:srgbClr val="FFFFFF"/>
                </a:solidFill>
              </a:rPr>
              <a:t>7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453" name="Google Shape;453;p14">
            <a:extLst>
              <a:ext uri="{FF2B5EF4-FFF2-40B4-BE49-F238E27FC236}">
                <a16:creationId xmlns:a16="http://schemas.microsoft.com/office/drawing/2014/main" id="{3DA125DD-281B-E4E8-3E28-DEB184269E26}"/>
              </a:ext>
            </a:extLst>
          </p:cNvPr>
          <p:cNvSpPr txBox="1">
            <a:spLocks noGrp="1"/>
          </p:cNvSpPr>
          <p:nvPr>
            <p:ph type="ftr" idx="4294967295"/>
          </p:nvPr>
        </p:nvSpPr>
        <p:spPr>
          <a:xfrm>
            <a:off x="6434400" y="5678319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lt1"/>
                </a:solidFill>
              </a:rPr>
              <a:t>DATA STOCK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54" name="Google Shape;454;p14">
            <a:extLst>
              <a:ext uri="{FF2B5EF4-FFF2-40B4-BE49-F238E27FC236}">
                <a16:creationId xmlns:a16="http://schemas.microsoft.com/office/drawing/2014/main" id="{B7A47217-3FE4-28CF-48E8-E24ADF891EAD}"/>
              </a:ext>
            </a:extLst>
          </p:cNvPr>
          <p:cNvSpPr txBox="1">
            <a:spLocks noGrp="1"/>
          </p:cNvSpPr>
          <p:nvPr>
            <p:ph type="ftr" idx="4294967295"/>
          </p:nvPr>
        </p:nvSpPr>
        <p:spPr>
          <a:xfrm>
            <a:off x="6295062" y="5678319"/>
            <a:ext cx="3547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lt1"/>
                </a:solidFill>
              </a:rPr>
              <a:t>BY: DATA STOCK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55" name="Google Shape;455;p14">
            <a:extLst>
              <a:ext uri="{FF2B5EF4-FFF2-40B4-BE49-F238E27FC236}">
                <a16:creationId xmlns:a16="http://schemas.microsoft.com/office/drawing/2014/main" id="{5821CEEA-3249-83E9-C4FD-CC0DBC451D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29059" y="2542594"/>
            <a:ext cx="68475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MX" sz="7000" b="1">
                <a:solidFill>
                  <a:schemeClr val="lt1"/>
                </a:solidFill>
                <a:latin typeface="Constantia"/>
              </a:rPr>
              <a:t>¡GRACIAS!</a:t>
            </a:r>
            <a:endParaRPr sz="7000" b="1">
              <a:solidFill>
                <a:schemeClr val="lt1"/>
              </a:solidFill>
              <a:latin typeface="Constantia"/>
            </a:endParaRPr>
          </a:p>
        </p:txBody>
      </p:sp>
      <p:sp>
        <p:nvSpPr>
          <p:cNvPr id="457" name="Google Shape;457;p14">
            <a:extLst>
              <a:ext uri="{FF2B5EF4-FFF2-40B4-BE49-F238E27FC236}">
                <a16:creationId xmlns:a16="http://schemas.microsoft.com/office/drawing/2014/main" id="{449EDE7A-2804-D4E9-4BC3-4E70A8EF5645}"/>
              </a:ext>
            </a:extLst>
          </p:cNvPr>
          <p:cNvSpPr txBox="1"/>
          <p:nvPr/>
        </p:nvSpPr>
        <p:spPr>
          <a:xfrm>
            <a:off x="5974975" y="3580600"/>
            <a:ext cx="24192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b="1" u="sng">
                <a:solidFill>
                  <a:schemeClr val="lt1"/>
                </a:solidFill>
                <a:latin typeface="Constanti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DEFINICIÓN DEL PROYECTO</a:t>
            </a:r>
            <a:endParaRPr sz="900" b="1">
              <a:solidFill>
                <a:schemeClr val="lt1"/>
              </a:solidFill>
              <a:latin typeface="Constantia"/>
            </a:endParaRPr>
          </a:p>
        </p:txBody>
      </p:sp>
      <p:sp>
        <p:nvSpPr>
          <p:cNvPr id="458" name="Google Shape;458;p14">
            <a:extLst>
              <a:ext uri="{FF2B5EF4-FFF2-40B4-BE49-F238E27FC236}">
                <a16:creationId xmlns:a16="http://schemas.microsoft.com/office/drawing/2014/main" id="{2BF96A0F-F7CF-C598-1867-CA38FCE663C3}"/>
              </a:ext>
            </a:extLst>
          </p:cNvPr>
          <p:cNvSpPr txBox="1"/>
          <p:nvPr/>
        </p:nvSpPr>
        <p:spPr>
          <a:xfrm>
            <a:off x="5628456" y="3853950"/>
            <a:ext cx="30531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s-MX" sz="900" b="1" u="sng">
                <a:solidFill>
                  <a:schemeClr val="lt1"/>
                </a:solidFill>
                <a:latin typeface="Constantia"/>
              </a:rPr>
              <a:t>PROYECTO E HISTORIAS DE USUARIO</a:t>
            </a:r>
            <a:endParaRPr lang="es-MX" sz="900" i="1">
              <a:solidFill>
                <a:schemeClr val="lt1"/>
              </a:solidFill>
              <a:latin typeface="Constantia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AB1472AA-1650-6243-69B1-F396B6CCD210}"/>
              </a:ext>
            </a:extLst>
          </p:cNvPr>
          <p:cNvCxnSpPr>
            <a:cxnSpLocks/>
          </p:cNvCxnSpPr>
          <p:nvPr/>
        </p:nvCxnSpPr>
        <p:spPr>
          <a:xfrm flipH="1">
            <a:off x="0" y="5860869"/>
            <a:ext cx="6679474" cy="69668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oogle Shape;232;p3" descr="Imagen que contiene objeto, reloj, medidor, dibujo&#10;&#10;El contenido generado por IA puede ser incorrecto.">
            <a:extLst>
              <a:ext uri="{FF2B5EF4-FFF2-40B4-BE49-F238E27FC236}">
                <a16:creationId xmlns:a16="http://schemas.microsoft.com/office/drawing/2014/main" id="{B8DF99F5-EDD0-2924-9D48-72D96ED299D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7424" t="11109" r="28279" b="16468"/>
          <a:stretch/>
        </p:blipFill>
        <p:spPr>
          <a:xfrm>
            <a:off x="2722043" y="2154877"/>
            <a:ext cx="1921102" cy="21749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588187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Microsoft Office PowerPoint</Application>
  <PresentationFormat>Panorámica</PresentationFormat>
  <Paragraphs>56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Open Sans</vt:lpstr>
      <vt:lpstr>Constantia</vt:lpstr>
      <vt:lpstr>Calibri</vt:lpstr>
      <vt:lpstr>GradientUnivers</vt:lpstr>
      <vt:lpstr>SISTEMA DE GESTIÓN DE INVENTARIO Y CONTROL DE ABASTECIMIENTO PARA SUPERMERCADO DE BARRIO CON 4 PUNTOS DE VENTA</vt:lpstr>
      <vt:lpstr>JUSTIFICACIÓN</vt:lpstr>
      <vt:lpstr>Presentación de PowerPoint</vt:lpstr>
      <vt:lpstr>OBJETIVO GENERAL</vt:lpstr>
      <vt:lpstr>OBJETIVOS ESPECÍFICOS</vt:lpstr>
      <vt:lpstr>Problema que resuelve: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 Esteban Peraza Pinzon</dc:creator>
  <cp:lastModifiedBy>Dayana Vera Leon</cp:lastModifiedBy>
  <cp:revision>5</cp:revision>
  <dcterms:created xsi:type="dcterms:W3CDTF">2025-11-18T16:23:07Z</dcterms:created>
  <dcterms:modified xsi:type="dcterms:W3CDTF">2026-04-14T02:21:16Z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